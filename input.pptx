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  <p:sldId id="29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96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1365" cy="685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71400" b="1">
                <a:solidFill>
                  <a:schemeClr val="bg1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1365" cy="685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71400" b="1">
                <a:solidFill>
                  <a:schemeClr val="bg1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1365" cy="685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71400" b="1">
                <a:solidFill>
                  <a:schemeClr val="bg1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1365" cy="685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71400" b="1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1365" cy="685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71400" b="1" dirty="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1365" cy="685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71400" b="1" dirty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1365" cy="685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71400" b="1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65990F-7F15-2B95-F7A0-0601D4F31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6"/>
            <a:ext cx="12192000" cy="68457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1365" cy="685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endParaRPr lang="en-US" altLang="zh-CN" sz="71400" b="1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E68845-3E6D-895C-E660-751DEB61F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6"/>
            <a:ext cx="12192000" cy="68457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</Words>
  <Application>Microsoft Office PowerPoint</Application>
  <PresentationFormat>宽屏</PresentationFormat>
  <Paragraphs>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15</cp:revision>
  <dcterms:created xsi:type="dcterms:W3CDTF">2023-08-09T12:44:00Z</dcterms:created>
  <dcterms:modified xsi:type="dcterms:W3CDTF">2026-05-19T13:58:13Z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F481A62ECFC448339CDC3C268781A4C5_12</vt:lpwstr>
  </property>
</Properties>
</file>